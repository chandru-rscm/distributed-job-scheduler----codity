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Distributed Job Scheduler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High-performance async job execution platform</a:t>
            </a:r>
          </a:p>
          <a:p>
            <a:r>
              <a:t>Codity Project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We Are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web applications fail when they try to do heavy processing synchronously.</a:t>
            </a:r>
          </a:p>
          <a:p>
            <a:r>
              <a:t>If the main web server handles video processing or mass emails, it crashes.</a:t>
            </a:r>
          </a:p>
          <a:p>
            <a:r>
              <a:t>The Solution: We need a Distributed Job Scheduler to queue these tasks and process them asynchronously in the background.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Next.js responsive dashboard for monitoring.</a:t>
            </a:r>
          </a:p>
          <a:p>
            <a:r>
              <a:t>API Layer: High-performance Python FastAPI server.</a:t>
            </a:r>
          </a:p>
          <a:p>
            <a:r>
              <a:t>Database: Supabase PostgreSQL acting as the central source of truth.</a:t>
            </a:r>
          </a:p>
          <a:p>
            <a:r>
              <a:t>Worker Pool: Independent Python scripts polling the database for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Secret Sauce (Concurrency)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do we prevent 100 workers from grabbing the same job?</a:t>
            </a:r>
          </a:p>
          <a:p>
            <a:r>
              <a:t>Approach: Used PostgreSQL's FOR UPDATE SKIP LOCKED.</a:t>
            </a:r>
          </a:p>
          <a:p>
            <a:r>
              <a:t>Why it matters: This allows infinite workers to poll the database concurrently without deadlocks. Maximum throughput.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Resiliency and Failure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a job fails, the worker logs it and increments the retry_count.</a:t>
            </a:r>
          </a:p>
          <a:p>
            <a:r>
              <a:t>Backoff Strategy: Rescheduled into the future.</a:t>
            </a:r>
          </a:p>
          <a:p>
            <a:r>
              <a:t>Dead Letter Queue (DLQ): If a job fails more than max_retries, it is parked in DLQ for manual human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